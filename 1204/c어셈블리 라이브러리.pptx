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4" r:id="rId2"/>
    <p:sldId id="276" r:id="rId3"/>
    <p:sldId id="256" r:id="rId4"/>
    <p:sldId id="265" r:id="rId5"/>
    <p:sldId id="275" r:id="rId6"/>
    <p:sldId id="277" r:id="rId7"/>
    <p:sldId id="258" r:id="rId8"/>
    <p:sldId id="260" r:id="rId9"/>
    <p:sldId id="262" r:id="rId10"/>
    <p:sldId id="268" r:id="rId11"/>
    <p:sldId id="269" r:id="rId12"/>
    <p:sldId id="278" r:id="rId13"/>
    <p:sldId id="270" r:id="rId14"/>
    <p:sldId id="271" r:id="rId15"/>
    <p:sldId id="273" r:id="rId16"/>
    <p:sldId id="274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E7D5C4-2C84-4960-9B73-532F59DE3A08}" v="65" dt="2025-12-05T17:18:15.542"/>
    <p1510:client id="{27BD1A78-5374-4241-8C64-680CFC939262}" v="228" dt="2025-12-05T16:30:48.878"/>
    <p1510:client id="{78DFADD9-661A-4274-962A-332A0A1A3109}" v="38" dt="2025-12-05T16:36:15.383"/>
    <p1510:client id="{AAC318BA-7733-0036-5897-A1BDFE7CCE5C}" v="111" dt="2025-12-07T06:09:39.809"/>
    <p1510:client id="{AEA6E073-1605-0727-0F08-211D21CFCF88}" v="1" dt="2025-12-06T07:29:34.321"/>
    <p1510:client id="{C565318D-DAEB-4C67-A4C6-5C10597D2ACD}" v="209" dt="2025-12-05T19:03:50.558"/>
    <p1510:client id="{D5C6FA08-0293-4962-A9C3-530B79A2FBBD}" v="313" dt="2025-12-05T18:15:04.9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102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61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364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1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2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539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46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705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02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890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80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53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149E3-1A89-D540-49F1-CBDC11F67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A46B68-14F5-860F-C863-33D0140F6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323" y="3760118"/>
            <a:ext cx="6547923" cy="1455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660EF3-16D8-B7E0-9E26-558227835EF0}"/>
              </a:ext>
            </a:extLst>
          </p:cNvPr>
          <p:cNvSpPr txBox="1"/>
          <p:nvPr/>
        </p:nvSpPr>
        <p:spPr>
          <a:xfrm>
            <a:off x="476336" y="4138531"/>
            <a:ext cx="294738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4000" b="1" dirty="0">
                <a:ea typeface="맑은 고딕"/>
              </a:rPr>
              <a:t>사용한 환경</a:t>
            </a:r>
            <a:endParaRPr lang="ko-KR" altLang="en-US" sz="4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1421ED-96F7-539B-C28F-25CB8BD21A71}"/>
              </a:ext>
            </a:extLst>
          </p:cNvPr>
          <p:cNvSpPr txBox="1"/>
          <p:nvPr/>
        </p:nvSpPr>
        <p:spPr>
          <a:xfrm>
            <a:off x="9823999" y="6489952"/>
            <a:ext cx="23647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/>
              <a:t>2024964044최시영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8D75C-5022-FC8D-7DDF-A867DB3B0083}"/>
              </a:ext>
            </a:extLst>
          </p:cNvPr>
          <p:cNvSpPr txBox="1"/>
          <p:nvPr/>
        </p:nvSpPr>
        <p:spPr>
          <a:xfrm>
            <a:off x="2845341" y="914391"/>
            <a:ext cx="71090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b="1" dirty="0"/>
              <a:t>비주얼 스튜디오로 라이브러리 만들기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1DC28D30-2576-5A25-85B5-5C75B58732D7}"/>
              </a:ext>
            </a:extLst>
          </p:cNvPr>
          <p:cNvSpPr/>
          <p:nvPr/>
        </p:nvSpPr>
        <p:spPr>
          <a:xfrm>
            <a:off x="664364" y="2092404"/>
            <a:ext cx="2758933" cy="336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/>
            </a:pPr>
            <a:r>
              <a:rPr lang="en-US" sz="170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어셈블리를 사용한 c언어</a:t>
            </a:r>
            <a:endParaRPr lang="en-US" sz="170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243FEF9-AF88-F90C-FC4A-A1126E4C7051}"/>
              </a:ext>
            </a:extLst>
          </p:cNvPr>
          <p:cNvSpPr/>
          <p:nvPr/>
        </p:nvSpPr>
        <p:spPr>
          <a:xfrm>
            <a:off x="664364" y="2514838"/>
            <a:ext cx="2758933" cy="336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2"/>
            </a:pPr>
            <a:r>
              <a:rPr lang="en-US" sz="170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라이브러리</a:t>
            </a:r>
            <a:endParaRPr lang="en-US" sz="170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AAAA053-F3AE-0E70-7EEB-83D6E155B48E}"/>
              </a:ext>
            </a:extLst>
          </p:cNvPr>
          <p:cNvSpPr/>
          <p:nvPr/>
        </p:nvSpPr>
        <p:spPr>
          <a:xfrm>
            <a:off x="664364" y="2937272"/>
            <a:ext cx="2758933" cy="336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3"/>
            </a:pPr>
            <a:r>
              <a:rPr lang="en-US" sz="170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DLL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015390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5A82E-AAE7-BEF2-2A0E-40D4351E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3CB89-8B1E-22B1-CB6A-FDA4A7E4F282}"/>
              </a:ext>
            </a:extLst>
          </p:cNvPr>
          <p:cNvSpPr>
            <a:spLocks noGrp="1"/>
          </p:cNvSpPr>
          <p:nvPr/>
        </p:nvSpPr>
        <p:spPr>
          <a:xfrm>
            <a:off x="3141945" y="3023677"/>
            <a:ext cx="5918548" cy="8072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>
                <a:ea typeface="맑은 고딕"/>
              </a:rPr>
              <a:t>어셈블리를 사용한 </a:t>
            </a:r>
            <a:r>
              <a:rPr lang="ko-KR" altLang="en-US" err="1">
                <a:ea typeface="맑은 고딕"/>
              </a:rPr>
              <a:t>c언어</a:t>
            </a:r>
            <a:endParaRPr lang="ko-KR" altLang="en-US" err="1"/>
          </a:p>
        </p:txBody>
      </p:sp>
    </p:spTree>
    <p:extLst>
      <p:ext uri="{BB962C8B-B14F-4D97-AF65-F5344CB8AC3E}">
        <p14:creationId xmlns:p14="http://schemas.microsoft.com/office/powerpoint/2010/main" val="123857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D6A07A-E533-BC3B-AE27-F611DC130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00" y="3260"/>
            <a:ext cx="3802564" cy="1683578"/>
          </a:xfrm>
          <a:prstGeom prst="rect">
            <a:avLst/>
          </a:prstGeom>
        </p:spPr>
      </p:pic>
      <p:pic>
        <p:nvPicPr>
          <p:cNvPr id="6" name="그림 5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D307DF-FD30-F6FC-F452-04E341DBB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09" y="1328091"/>
            <a:ext cx="6080343" cy="5136978"/>
          </a:xfrm>
          <a:prstGeom prst="rect">
            <a:avLst/>
          </a:prstGeom>
        </p:spPr>
      </p:pic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A3F572-8593-2A32-ED57-E05D3A866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953" y="1164020"/>
            <a:ext cx="7597159" cy="3958765"/>
          </a:xfrm>
          <a:prstGeom prst="rect">
            <a:avLst/>
          </a:prstGeom>
        </p:spPr>
      </p:pic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19438B-6ED0-EC41-D7BA-8DF957F30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7816" y="893669"/>
            <a:ext cx="7603752" cy="5081868"/>
          </a:xfrm>
          <a:prstGeom prst="rect">
            <a:avLst/>
          </a:prstGeom>
        </p:spPr>
      </p:pic>
      <p:sp>
        <p:nvSpPr>
          <p:cNvPr id="8" name="제목 7">
            <a:extLst>
              <a:ext uri="{FF2B5EF4-FFF2-40B4-BE49-F238E27FC236}">
                <a16:creationId xmlns:a16="http://schemas.microsoft.com/office/drawing/2014/main" id="{A526A121-9A2D-6694-EE5D-F4629D2943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74336-CDC8-C278-1D90-7D55FFA47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63C630-2CE7-F903-A628-F031074D4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929" y="1716339"/>
            <a:ext cx="8568578" cy="3819525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CB005854-922C-924B-787C-BEEE8AA9F2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296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D76EC-1586-765E-1F10-AA5F81BD0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941857-4D32-7D9C-55F1-24BCFD33D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246655"/>
            <a:ext cx="8991600" cy="4857750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D525B73D-6408-9D5E-8EC0-B7FDD9840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224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9D9D0-AF91-5AA9-1C42-3AA9D06B9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34B03-6196-B0B3-2A1D-3CA338EA8E94}"/>
              </a:ext>
            </a:extLst>
          </p:cNvPr>
          <p:cNvSpPr>
            <a:spLocks noGrp="1"/>
          </p:cNvSpPr>
          <p:nvPr/>
        </p:nvSpPr>
        <p:spPr>
          <a:xfrm>
            <a:off x="3820438" y="2917760"/>
            <a:ext cx="4551124" cy="10201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6000">
                <a:ea typeface="맑은 고딕"/>
              </a:rPr>
              <a:t>라이브러리</a:t>
            </a:r>
          </a:p>
        </p:txBody>
      </p:sp>
    </p:spTree>
    <p:extLst>
      <p:ext uri="{BB962C8B-B14F-4D97-AF65-F5344CB8AC3E}">
        <p14:creationId xmlns:p14="http://schemas.microsoft.com/office/powerpoint/2010/main" val="2114127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89AEE-2C88-C7A3-4AB8-B8FACBA4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C46BA-D253-1BC6-42FD-9FE3CB775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" y="0"/>
            <a:ext cx="5113065" cy="6858000"/>
          </a:xfrm>
          <a:prstGeom prst="rect">
            <a:avLst/>
          </a:prstGeom>
        </p:spPr>
      </p:pic>
      <p:pic>
        <p:nvPicPr>
          <p:cNvPr id="5" name="그림 4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D5B1F4-B915-9217-6BA5-A7EF9A979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557213"/>
            <a:ext cx="8572500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021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0F4FB-057E-F3FB-5DCD-E43CD0F2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941BF4-56CC-EDD6-893C-A0B89DFAB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424" y="3703522"/>
            <a:ext cx="2444172" cy="6205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C238686-33D6-172C-01A9-D39E3EE59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513" y="2386577"/>
            <a:ext cx="2632940" cy="727363"/>
          </a:xfrm>
          <a:prstGeom prst="rect">
            <a:avLst/>
          </a:prstGeom>
        </p:spPr>
      </p:pic>
      <p:pic>
        <p:nvPicPr>
          <p:cNvPr id="5" name="그림 4" descr="텍스트, 스크린샷, 디스플레이, 소프트웨어이(가) 표시된 사진">
            <a:extLst>
              <a:ext uri="{FF2B5EF4-FFF2-40B4-BE49-F238E27FC236}">
                <a16:creationId xmlns:a16="http://schemas.microsoft.com/office/drawing/2014/main" id="{719BE2A9-850A-ABD4-FED0-B4002BE56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78" y="1027709"/>
            <a:ext cx="8137072" cy="416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7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5B586-B2CA-744D-CDC4-3E926DE1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9DE8F6-D178-0AD4-8B24-DC10459A6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08" y="511388"/>
            <a:ext cx="8880662" cy="5973856"/>
          </a:xfrm>
          <a:prstGeom prst="rect">
            <a:avLst/>
          </a:prstGeom>
        </p:spPr>
      </p:pic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E0FF5B-AECD-6EB0-139E-CB787179E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289" y="129045"/>
            <a:ext cx="6223236" cy="674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83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4C95C-C865-7C91-A077-E442A5C1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841048-589B-0C57-2C0F-4DDF12A83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088" y="532824"/>
            <a:ext cx="8487558" cy="580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2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0EA2B-D9E7-9D6A-E799-366171E8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350FE9-3115-2DCC-614B-C212B3595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198"/>
            <a:ext cx="12192000" cy="511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43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86B81-420F-4B6D-7A47-3167828B8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6457D0-84E4-CA99-0BC0-CF4FB161AB88}"/>
              </a:ext>
            </a:extLst>
          </p:cNvPr>
          <p:cNvSpPr>
            <a:spLocks noGrp="1"/>
          </p:cNvSpPr>
          <p:nvPr/>
        </p:nvSpPr>
        <p:spPr>
          <a:xfrm>
            <a:off x="4572000" y="2549961"/>
            <a:ext cx="3043395" cy="1748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9600" dirty="0">
                <a:ea typeface="맑은 고딕"/>
              </a:rPr>
              <a:t>DLL​</a:t>
            </a:r>
          </a:p>
        </p:txBody>
      </p:sp>
    </p:spTree>
    <p:extLst>
      <p:ext uri="{BB962C8B-B14F-4D97-AF65-F5344CB8AC3E}">
        <p14:creationId xmlns:p14="http://schemas.microsoft.com/office/powerpoint/2010/main" val="1670216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E5DB8-7967-024D-BCEB-F31B05169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DFB017-0381-56AD-689B-3A5F1BAF1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261" y="721506"/>
            <a:ext cx="7949331" cy="540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225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D37E1-EEEC-A569-E332-B8BD0816B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411F2-206D-1DF1-BABA-3D7EA15AB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30" y="1110588"/>
            <a:ext cx="8353425" cy="46386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D7A7E26-A823-A3CD-6899-D95DDC9A1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751" y="2467656"/>
            <a:ext cx="2400300" cy="6164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E3C9FB1-68D9-E499-E583-4D07A3337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077" y="3796425"/>
            <a:ext cx="2396458" cy="6136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 descr="텍스트, 폰트, 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F8FC05-EC3A-7B1E-CC9D-9E0C0568C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0454" y="1501312"/>
            <a:ext cx="2632940" cy="72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77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0169-8A8B-B488-ABC1-1AD45BC63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DC371B-55F0-1BF6-212B-A7088718D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826" y="339984"/>
            <a:ext cx="847725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813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62755-6C11-7983-3205-76F780CC5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828E1-569D-5F30-B058-1C0583CF5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980"/>
            <a:ext cx="1586631" cy="102017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DLL​</a:t>
            </a: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915F91-F5B8-0427-92BC-A7B8272A9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177" y="0"/>
            <a:ext cx="2159343" cy="6858000"/>
          </a:xfrm>
          <a:prstGeom prst="rect">
            <a:avLst/>
          </a:prstGeom>
        </p:spPr>
      </p:pic>
      <p:pic>
        <p:nvPicPr>
          <p:cNvPr id="9" name="그림 8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E29781-DBB0-15F0-0260-A1FA0B43F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99" y="1376679"/>
            <a:ext cx="8905875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6808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16</Slides>
  <Notes>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VanillaVTI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DLL​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274</cp:revision>
  <dcterms:created xsi:type="dcterms:W3CDTF">2025-12-05T12:26:31Z</dcterms:created>
  <dcterms:modified xsi:type="dcterms:W3CDTF">2025-12-07T06:10:04Z</dcterms:modified>
</cp:coreProperties>
</file>